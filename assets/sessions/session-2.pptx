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2: الفرشاة والمعجون والخيط، شريحة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قسم تعزيز الصحة / برنامج الصحة المدرسية والجامعية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الجلسة 2: الفرشاة والمعجون والخيط</dc:title>
  <dc:subject>PptxGenJS Presentation</dc:subject>
  <dc:creator>داود اليعقوبي، ممرض الصحة المدرسية</dc:creator>
  <cp:lastModifiedBy>داود اليعقوبي، ممرض الصحة المدرسية</cp:lastModifiedBy>
  <cp:revision>1</cp:revision>
  <dcterms:created xsi:type="dcterms:W3CDTF">2026-10-17T05:13:26Z</dcterms:created>
  <dcterms:modified xsi:type="dcterms:W3CDTF">2026-10-17T05:13:26Z</dcterms:modified>
</cp:coreProperties>
</file>